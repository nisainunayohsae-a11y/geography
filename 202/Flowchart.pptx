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2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7588-1E4D-F6B0-B2C3-63E7B0F1C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CD3A6-98FF-6554-F69B-2F06F398C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88A90-D756-AF6F-26D9-8D9B4F09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0F76B-2642-1D74-236B-34EDC1FB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F39BE-FEA4-AC29-669C-E072633B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7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7515-BDC1-BEE9-4085-D3FD4109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F081-E438-48E3-BD82-EB75DB94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D368-AB31-EB8E-AFC6-6D5F4307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8FAF3-B1A8-9662-2816-58955990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D6D19-78BB-7C60-C0F4-E24126EB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883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FA23-D29A-3DA9-9EC7-2395409E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0EB57-7D50-EAC3-EED5-63FCDDFE7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D486D-E89F-2A80-71FC-6945C201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94553-19AB-45B7-D08D-EA9E9B6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649F4-536C-B1AE-95C2-8E4D6253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186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9509-65C1-9208-91C5-D339999A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DA0CF-92C9-F062-5F86-35E83324C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87FE8-B200-153E-4736-874DFE0E2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13FBE-E5E8-D813-B273-7A0FF83F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11CB2-224A-70BA-E9CF-A0F2FBB1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A88DA-7A40-90F3-0B49-B78BBC94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739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B46F-C818-8D09-D11E-E033B19B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86E49-8085-4E60-4F45-FE92398B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FB7F0-B15A-6855-6E7A-0C1F15259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63401-71CD-AEE2-0823-F831C7B30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87C4C-3179-AB10-F650-41D0D19B8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0F5DA-ABD6-8C78-6484-5BD2A3D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DA631-A829-836B-4699-B2F9F0F3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33684-6407-2059-371E-17531C65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8916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EC3D-7312-8D3A-6096-FC64D82E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8EBA1-741D-D67D-3A7A-650933B3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9B49D-525B-2ED7-09D9-8DBE40AD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62061-D761-91E1-67BB-4D8220E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867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AD245-1743-1DC1-E42A-2B72DA47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DC445-66F1-3C3E-D79B-8E026F28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D5BB7-EF57-4960-F6CB-793326E0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047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991D-19CC-A239-98A9-649AD15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8528-3E29-993C-9AD1-BF5DF0926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8DF5E-12A6-9C15-30E2-56CF977F9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4FB52-8A1C-5CAC-54B6-49593829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519A2-6F7B-8503-B77C-6FE3705C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29820-8A81-2D5B-A70A-96162DA2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051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EA58-B75F-0D82-BFB2-FD882F94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8B7B9-DD6A-4B66-BD60-DA7F613CD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3B598-0466-63B8-CE3C-CE81C6022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19B19-14F8-4281-0E24-4568EEF6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48CE0-7576-09DE-92CA-66D63514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8DF06-A773-1422-3C49-3D28CA31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4357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FF70-1E4C-73C8-D92F-5F80A282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C35D8-9013-3FC0-1313-121F1773C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9BBA5-5C6F-05FC-B6DA-9F406777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2B8E-371D-DB43-23EF-6E70C914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B222-E130-0195-9688-F867ABBD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956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000AB-D48A-E73C-8B58-A64BA1E80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2BEEF-BF86-FFAB-01D9-6BD863C3D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F3310-FB2B-885A-9F8A-060C2F47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3AFCD-4489-7029-FD13-A86E83AEE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84B5F-9B34-AD09-E774-D047A0BA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2980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16F2E-281F-66FD-9F61-E5460AA6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8947B-5F1B-712A-6D01-03B69CA4D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8490-7BE8-01BD-51B4-308C1AB08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81D2E-DF0E-4CB9-919B-CE6FA77FDB9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B1B1A-79DC-8604-999F-2FDE1740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C5FFA-367D-2D0C-EC6C-01D499A08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6A2C8-F0E9-4CA4-835D-051CBB502A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609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7D068D-AAF6-D127-6AE1-0066BBD5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00062"/>
            <a:ext cx="97536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5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F116F9C5-9F15-B7EF-3662-2CDFCF542BB5}"/>
              </a:ext>
            </a:extLst>
          </p:cNvPr>
          <p:cNvSpPr/>
          <p:nvPr/>
        </p:nvSpPr>
        <p:spPr>
          <a:xfrm>
            <a:off x="4626964" y="1841261"/>
            <a:ext cx="2938070" cy="80384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r>
              <a:rPr lang="en-US" sz="2400" dirty="0"/>
              <a:t>&gt;50</a:t>
            </a:r>
            <a:endParaRPr lang="th-TH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19FD22-A384-6C75-4656-21090916F2F9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095997" y="497559"/>
            <a:ext cx="3" cy="425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5B6B0BD-1B48-F4C2-F53D-EFE23392DD7A}"/>
              </a:ext>
            </a:extLst>
          </p:cNvPr>
          <p:cNvSpPr/>
          <p:nvPr/>
        </p:nvSpPr>
        <p:spPr>
          <a:xfrm>
            <a:off x="4626964" y="923093"/>
            <a:ext cx="2938071" cy="58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สอบประมวณผล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7BD360-D8E0-6BDD-C902-EFBE1E481F88}"/>
              </a:ext>
            </a:extLst>
          </p:cNvPr>
          <p:cNvSpPr/>
          <p:nvPr/>
        </p:nvSpPr>
        <p:spPr>
          <a:xfrm>
            <a:off x="8743889" y="2760868"/>
            <a:ext cx="1124260" cy="449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17B5F1-368C-720E-C616-44C7007A7A99}"/>
              </a:ext>
            </a:extLst>
          </p:cNvPr>
          <p:cNvCxnSpPr>
            <a:cxnSpLocks/>
            <a:stCxn id="18" idx="2"/>
            <a:endCxn id="14" idx="0"/>
          </p:cNvCxnSpPr>
          <p:nvPr/>
        </p:nvCxnSpPr>
        <p:spPr>
          <a:xfrm flipH="1">
            <a:off x="6095999" y="1508833"/>
            <a:ext cx="1" cy="33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5FED944-5F2E-DF5C-AB5D-79DAAE469F05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3502704" y="2243184"/>
            <a:ext cx="1124260" cy="401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EBCFBEB-CA5F-E1EE-DB15-2216F53C2D79}"/>
              </a:ext>
            </a:extLst>
          </p:cNvPr>
          <p:cNvSpPr/>
          <p:nvPr/>
        </p:nvSpPr>
        <p:spPr>
          <a:xfrm>
            <a:off x="5104236" y="5655596"/>
            <a:ext cx="2938071" cy="58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F51042-931E-7C06-DCDF-39DFA34B6AFB}"/>
              </a:ext>
            </a:extLst>
          </p:cNvPr>
          <p:cNvSpPr txBox="1"/>
          <p:nvPr/>
        </p:nvSpPr>
        <p:spPr>
          <a:xfrm>
            <a:off x="3743864" y="1985250"/>
            <a:ext cx="846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score&gt;50</a:t>
            </a:r>
            <a:endParaRPr lang="th-TH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19EADC-5FCB-2731-E065-A7D5EF27E628}"/>
              </a:ext>
            </a:extLst>
          </p:cNvPr>
          <p:cNvSpPr txBox="1"/>
          <p:nvPr/>
        </p:nvSpPr>
        <p:spPr>
          <a:xfrm>
            <a:off x="7812369" y="1982481"/>
            <a:ext cx="1753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+mj-cs"/>
              </a:rPr>
              <a:t>Score&lt;50</a:t>
            </a:r>
            <a:endParaRPr lang="th-TH" sz="1400" dirty="0">
              <a:cs typeface="+mj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5CC99-CB67-C07B-D9CE-8F8EE5919502}"/>
              </a:ext>
            </a:extLst>
          </p:cNvPr>
          <p:cNvSpPr txBox="1"/>
          <p:nvPr/>
        </p:nvSpPr>
        <p:spPr>
          <a:xfrm>
            <a:off x="10777928" y="368758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h-TH" dirty="0"/>
          </a:p>
        </p:txBody>
      </p:sp>
      <p:sp>
        <p:nvSpPr>
          <p:cNvPr id="38" name="Flowchart: Terminator 37">
            <a:extLst>
              <a:ext uri="{FF2B5EF4-FFF2-40B4-BE49-F238E27FC236}">
                <a16:creationId xmlns:a16="http://schemas.microsoft.com/office/drawing/2014/main" id="{90E08A4A-CF9E-23FA-966F-85282E332FD8}"/>
              </a:ext>
            </a:extLst>
          </p:cNvPr>
          <p:cNvSpPr/>
          <p:nvPr/>
        </p:nvSpPr>
        <p:spPr>
          <a:xfrm>
            <a:off x="5269829" y="82850"/>
            <a:ext cx="1652337" cy="44917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th-TH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9F9C2EB2-27A5-5B3A-8C85-E0B9D9E41FA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565034" y="2243185"/>
            <a:ext cx="1740985" cy="4682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78237DC5-739A-79C4-2708-F53B77AD6C05}"/>
              </a:ext>
            </a:extLst>
          </p:cNvPr>
          <p:cNvSpPr/>
          <p:nvPr/>
        </p:nvSpPr>
        <p:spPr>
          <a:xfrm>
            <a:off x="2407185" y="3557089"/>
            <a:ext cx="2085474" cy="78420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/>
              <a:t>คะแนน</a:t>
            </a:r>
            <a:r>
              <a:rPr lang="en-US" sz="1800" dirty="0"/>
              <a:t>&gt;75</a:t>
            </a:r>
            <a:endParaRPr lang="th-TH" sz="1800" dirty="0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F7B9379D-12FD-D36F-FD00-4F8ED111AB2D}"/>
              </a:ext>
            </a:extLst>
          </p:cNvPr>
          <p:cNvSpPr/>
          <p:nvPr/>
        </p:nvSpPr>
        <p:spPr>
          <a:xfrm>
            <a:off x="2398027" y="4773200"/>
            <a:ext cx="2085471" cy="78420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/>
              <a:t>คะแนน</a:t>
            </a:r>
            <a:r>
              <a:rPr lang="en-US" sz="1800" dirty="0"/>
              <a:t>&gt;85</a:t>
            </a:r>
            <a:endParaRPr lang="th-TH" sz="18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FFF3EF5-743F-604E-7D51-B1668CA52E6D}"/>
              </a:ext>
            </a:extLst>
          </p:cNvPr>
          <p:cNvSpPr/>
          <p:nvPr/>
        </p:nvSpPr>
        <p:spPr>
          <a:xfrm>
            <a:off x="424065" y="5735238"/>
            <a:ext cx="1124260" cy="449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A88807D-C227-50D5-E461-93C0E351F689}"/>
              </a:ext>
            </a:extLst>
          </p:cNvPr>
          <p:cNvSpPr/>
          <p:nvPr/>
        </p:nvSpPr>
        <p:spPr>
          <a:xfrm>
            <a:off x="2887792" y="2675475"/>
            <a:ext cx="1124260" cy="449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7E12AF9-D993-6114-1540-3F799076CF71}"/>
              </a:ext>
            </a:extLst>
          </p:cNvPr>
          <p:cNvCxnSpPr>
            <a:cxnSpLocks/>
            <a:endCxn id="42" idx="3"/>
          </p:cNvCxnSpPr>
          <p:nvPr/>
        </p:nvCxnSpPr>
        <p:spPr>
          <a:xfrm rot="5400000">
            <a:off x="7255727" y="3899982"/>
            <a:ext cx="2835065" cy="1261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949D26B-56DB-12FD-4CB5-C283EFD9998A}"/>
              </a:ext>
            </a:extLst>
          </p:cNvPr>
          <p:cNvCxnSpPr/>
          <p:nvPr/>
        </p:nvCxnSpPr>
        <p:spPr>
          <a:xfrm rot="10800000" flipV="1">
            <a:off x="986195" y="3949190"/>
            <a:ext cx="1420671" cy="528673"/>
          </a:xfrm>
          <a:prstGeom prst="bentConnector3">
            <a:avLst>
              <a:gd name="adj1" fmla="val 991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A9133-C8CE-16AA-46A8-151BCAFE7417}"/>
              </a:ext>
            </a:extLst>
          </p:cNvPr>
          <p:cNvSpPr/>
          <p:nvPr/>
        </p:nvSpPr>
        <p:spPr>
          <a:xfrm>
            <a:off x="424065" y="4477863"/>
            <a:ext cx="1124260" cy="449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ดีมาก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01926B-F76C-F527-358D-23E1BEA1ECCD}"/>
              </a:ext>
            </a:extLst>
          </p:cNvPr>
          <p:cNvCxnSpPr>
            <a:stCxn id="78" idx="2"/>
            <a:endCxn id="57" idx="0"/>
          </p:cNvCxnSpPr>
          <p:nvPr/>
        </p:nvCxnSpPr>
        <p:spPr>
          <a:xfrm>
            <a:off x="3449922" y="3125180"/>
            <a:ext cx="0" cy="431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E42FD0-8AC9-622C-01AB-A434BA16C78F}"/>
              </a:ext>
            </a:extLst>
          </p:cNvPr>
          <p:cNvCxnSpPr>
            <a:stCxn id="57" idx="2"/>
            <a:endCxn id="60" idx="0"/>
          </p:cNvCxnSpPr>
          <p:nvPr/>
        </p:nvCxnSpPr>
        <p:spPr>
          <a:xfrm flipH="1">
            <a:off x="3440763" y="4341291"/>
            <a:ext cx="9159" cy="431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5DC977A-D7E1-76F3-38C6-3799C8C9E37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02062" y="5165297"/>
            <a:ext cx="1587866" cy="545440"/>
          </a:xfrm>
          <a:prstGeom prst="bentConnector3">
            <a:avLst>
              <a:gd name="adj1" fmla="val 100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5E7B47E8-4867-12E6-7178-54D2AC21E85B}"/>
              </a:ext>
            </a:extLst>
          </p:cNvPr>
          <p:cNvCxnSpPr>
            <a:cxnSpLocks/>
          </p:cNvCxnSpPr>
          <p:nvPr/>
        </p:nvCxnSpPr>
        <p:spPr>
          <a:xfrm flipV="1">
            <a:off x="1542062" y="5948466"/>
            <a:ext cx="3555911" cy="11625"/>
          </a:xfrm>
          <a:prstGeom prst="bentConnector3">
            <a:avLst>
              <a:gd name="adj1" fmla="val 997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4711E72-170C-7C1B-77DB-73D845219E0C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6573271" y="6241336"/>
            <a:ext cx="1" cy="19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lowchart: Terminator 63">
            <a:extLst>
              <a:ext uri="{FF2B5EF4-FFF2-40B4-BE49-F238E27FC236}">
                <a16:creationId xmlns:a16="http://schemas.microsoft.com/office/drawing/2014/main" id="{65492048-B7DE-3766-5A3C-E6571DA1EAE1}"/>
              </a:ext>
            </a:extLst>
          </p:cNvPr>
          <p:cNvSpPr/>
          <p:nvPr/>
        </p:nvSpPr>
        <p:spPr>
          <a:xfrm>
            <a:off x="5894153" y="6429823"/>
            <a:ext cx="1358236" cy="39725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5802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193345-62FF-D9FE-DEBC-1776810A66E4}"/>
              </a:ext>
            </a:extLst>
          </p:cNvPr>
          <p:cNvSpPr/>
          <p:nvPr/>
        </p:nvSpPr>
        <p:spPr>
          <a:xfrm>
            <a:off x="4821835" y="123167"/>
            <a:ext cx="1314138" cy="484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th-T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3086C-8E7B-4D03-D9F9-A1091B0132E5}"/>
              </a:ext>
            </a:extLst>
          </p:cNvPr>
          <p:cNvSpPr/>
          <p:nvPr/>
        </p:nvSpPr>
        <p:spPr>
          <a:xfrm>
            <a:off x="4557009" y="1064302"/>
            <a:ext cx="1843791" cy="487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/>
              <a:t>สอบประมวณผล</a:t>
            </a:r>
            <a:endParaRPr lang="th-T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422F71-D468-257C-AF49-FC670CB9B953}"/>
              </a:ext>
            </a:extLst>
          </p:cNvPr>
          <p:cNvSpPr/>
          <p:nvPr/>
        </p:nvSpPr>
        <p:spPr>
          <a:xfrm>
            <a:off x="2107309" y="2060186"/>
            <a:ext cx="1364105" cy="584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ตรวจสอบ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299EE5-7A76-95FB-5CD8-40C6AEE0104A}"/>
              </a:ext>
            </a:extLst>
          </p:cNvPr>
          <p:cNvSpPr/>
          <p:nvPr/>
        </p:nvSpPr>
        <p:spPr>
          <a:xfrm>
            <a:off x="4686116" y="6115987"/>
            <a:ext cx="1648918" cy="4871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  <a:endParaRPr lang="th-T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4A02AC-ECD8-1B5B-1D9C-90AFEEAF4860}"/>
              </a:ext>
            </a:extLst>
          </p:cNvPr>
          <p:cNvSpPr/>
          <p:nvPr/>
        </p:nvSpPr>
        <p:spPr>
          <a:xfrm>
            <a:off x="2245969" y="5432197"/>
            <a:ext cx="1124263" cy="508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th-TH" dirty="0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D7920970-22AC-C75D-14F0-DF8EDFFCDEED}"/>
              </a:ext>
            </a:extLst>
          </p:cNvPr>
          <p:cNvSpPr/>
          <p:nvPr/>
        </p:nvSpPr>
        <p:spPr>
          <a:xfrm>
            <a:off x="5179100" y="2080292"/>
            <a:ext cx="599607" cy="49591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bg1"/>
              </a:solidFill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E70AF11D-3558-0455-3F05-D29C97B35C8A}"/>
              </a:ext>
            </a:extLst>
          </p:cNvPr>
          <p:cNvSpPr/>
          <p:nvPr/>
        </p:nvSpPr>
        <p:spPr>
          <a:xfrm>
            <a:off x="5164637" y="3949092"/>
            <a:ext cx="645705" cy="508429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8ADFAD-4910-76EE-A9B8-B4E83B115E72}"/>
              </a:ext>
            </a:extLst>
          </p:cNvPr>
          <p:cNvSpPr/>
          <p:nvPr/>
        </p:nvSpPr>
        <p:spPr>
          <a:xfrm>
            <a:off x="7974766" y="2104539"/>
            <a:ext cx="1364105" cy="495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9F8B21-5C80-A7B7-2CA2-AA523F2C6AD3}"/>
              </a:ext>
            </a:extLst>
          </p:cNvPr>
          <p:cNvSpPr/>
          <p:nvPr/>
        </p:nvSpPr>
        <p:spPr>
          <a:xfrm>
            <a:off x="7974765" y="3081095"/>
            <a:ext cx="1364105" cy="495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68E574-1C78-5492-281C-4C8312DFA299}"/>
              </a:ext>
            </a:extLst>
          </p:cNvPr>
          <p:cNvSpPr/>
          <p:nvPr/>
        </p:nvSpPr>
        <p:spPr>
          <a:xfrm>
            <a:off x="7974766" y="3924758"/>
            <a:ext cx="1364105" cy="495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/>
              <a:t>ผ่านยอดเยี่ยม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999104-2072-F15A-A404-71005D02B78B}"/>
              </a:ext>
            </a:extLst>
          </p:cNvPr>
          <p:cNvSpPr/>
          <p:nvPr/>
        </p:nvSpPr>
        <p:spPr>
          <a:xfrm>
            <a:off x="7974765" y="4868400"/>
            <a:ext cx="1364105" cy="495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/>
              <a:t>ดีเลิศประเสริฐศรี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5BAF276-DAE3-B7B8-5E34-1FA59B37BB07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5478904" y="607877"/>
            <a:ext cx="1" cy="456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887259-CF72-FFD2-1AD0-F6442EE6D4E9}"/>
              </a:ext>
            </a:extLst>
          </p:cNvPr>
          <p:cNvCxnSpPr>
            <a:stCxn id="7" idx="2"/>
            <a:endCxn id="14" idx="0"/>
          </p:cNvCxnSpPr>
          <p:nvPr/>
        </p:nvCxnSpPr>
        <p:spPr>
          <a:xfrm flipH="1">
            <a:off x="5478904" y="1551483"/>
            <a:ext cx="1" cy="528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8CBEF93-ECEA-3544-FD7F-6D2061B3DD8A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478903" y="2576202"/>
            <a:ext cx="1" cy="516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566E3E-01BE-13AA-6CC7-C999A33B5E3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478867" y="3600341"/>
            <a:ext cx="8623" cy="348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BD853A9-5C48-C8F7-4410-AE2B1E372C2B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5478867" y="4457521"/>
            <a:ext cx="8623" cy="42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E90EAC2-B468-4FE6-0035-527E4D35443D}"/>
              </a:ext>
            </a:extLst>
          </p:cNvPr>
          <p:cNvCxnSpPr>
            <a:cxnSpLocks/>
            <a:stCxn id="124" idx="2"/>
          </p:cNvCxnSpPr>
          <p:nvPr/>
        </p:nvCxnSpPr>
        <p:spPr>
          <a:xfrm flipH="1">
            <a:off x="5478903" y="5373361"/>
            <a:ext cx="12273" cy="76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2D8E169E-667D-82E8-7739-4C67E00C2F86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2789363" y="1307892"/>
            <a:ext cx="1767647" cy="75229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898E9BB-B041-E05F-7EB8-B66351BEAC27}"/>
              </a:ext>
            </a:extLst>
          </p:cNvPr>
          <p:cNvCxnSpPr>
            <a:stCxn id="8" idx="3"/>
            <a:endCxn id="14" idx="1"/>
          </p:cNvCxnSpPr>
          <p:nvPr/>
        </p:nvCxnSpPr>
        <p:spPr>
          <a:xfrm flipV="1">
            <a:off x="3471414" y="2328247"/>
            <a:ext cx="1707686" cy="242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FB19C5D-ED63-1B61-4AC4-871D32A1CF88}"/>
              </a:ext>
            </a:extLst>
          </p:cNvPr>
          <p:cNvCxnSpPr>
            <a:stCxn id="14" idx="3"/>
            <a:endCxn id="32" idx="1"/>
          </p:cNvCxnSpPr>
          <p:nvPr/>
        </p:nvCxnSpPr>
        <p:spPr>
          <a:xfrm>
            <a:off x="5778707" y="2328247"/>
            <a:ext cx="2196059" cy="24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7518814-A896-E27B-6F90-DA08A8A3C9CD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5801755" y="3329050"/>
            <a:ext cx="2173010" cy="17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C57F58-5FA5-0E19-874B-AAD9D85DD202}"/>
              </a:ext>
            </a:extLst>
          </p:cNvPr>
          <p:cNvCxnSpPr>
            <a:stCxn id="22" idx="3"/>
            <a:endCxn id="39" idx="1"/>
          </p:cNvCxnSpPr>
          <p:nvPr/>
        </p:nvCxnSpPr>
        <p:spPr>
          <a:xfrm flipV="1">
            <a:off x="5810342" y="4172713"/>
            <a:ext cx="2164424" cy="30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008AC17-70F7-A0FA-8CD2-A0FE35694E14}"/>
              </a:ext>
            </a:extLst>
          </p:cNvPr>
          <p:cNvCxnSpPr>
            <a:cxnSpLocks/>
            <a:stCxn id="124" idx="3"/>
            <a:endCxn id="44" idx="1"/>
          </p:cNvCxnSpPr>
          <p:nvPr/>
        </p:nvCxnSpPr>
        <p:spPr>
          <a:xfrm flipV="1">
            <a:off x="5790977" y="5116355"/>
            <a:ext cx="2183788" cy="13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BFC9031F-FCB3-BD5E-C2AE-C59775B8DF16}"/>
              </a:ext>
            </a:extLst>
          </p:cNvPr>
          <p:cNvCxnSpPr>
            <a:stCxn id="32" idx="3"/>
            <a:endCxn id="10" idx="3"/>
          </p:cNvCxnSpPr>
          <p:nvPr/>
        </p:nvCxnSpPr>
        <p:spPr>
          <a:xfrm flipH="1">
            <a:off x="6335034" y="2352494"/>
            <a:ext cx="3003837" cy="4007084"/>
          </a:xfrm>
          <a:prstGeom prst="bentConnector3">
            <a:avLst>
              <a:gd name="adj1" fmla="val -535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48C0C7A-FD9C-3FA8-9B29-6B27473F6671}"/>
              </a:ext>
            </a:extLst>
          </p:cNvPr>
          <p:cNvCxnSpPr>
            <a:stCxn id="36" idx="3"/>
          </p:cNvCxnSpPr>
          <p:nvPr/>
        </p:nvCxnSpPr>
        <p:spPr>
          <a:xfrm>
            <a:off x="9338870" y="3329050"/>
            <a:ext cx="1603950" cy="17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CE90BB8-DAAF-0CA0-F254-46FEE10048EF}"/>
              </a:ext>
            </a:extLst>
          </p:cNvPr>
          <p:cNvCxnSpPr>
            <a:stCxn id="39" idx="3"/>
          </p:cNvCxnSpPr>
          <p:nvPr/>
        </p:nvCxnSpPr>
        <p:spPr>
          <a:xfrm>
            <a:off x="9338871" y="4172713"/>
            <a:ext cx="160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E74C4D3-1D17-A0FE-1BD7-8BCE65A7DC09}"/>
              </a:ext>
            </a:extLst>
          </p:cNvPr>
          <p:cNvCxnSpPr>
            <a:stCxn id="44" idx="3"/>
          </p:cNvCxnSpPr>
          <p:nvPr/>
        </p:nvCxnSpPr>
        <p:spPr>
          <a:xfrm>
            <a:off x="9338870" y="5116355"/>
            <a:ext cx="1603950" cy="24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D21AE328-0718-5BDA-D24C-509F21341359}"/>
              </a:ext>
            </a:extLst>
          </p:cNvPr>
          <p:cNvSpPr txBox="1"/>
          <p:nvPr/>
        </p:nvSpPr>
        <p:spPr>
          <a:xfrm>
            <a:off x="6189516" y="2018474"/>
            <a:ext cx="1785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>
                <a:latin typeface="+mj-lt"/>
              </a:rPr>
              <a:t>50</a:t>
            </a:r>
            <a:r>
              <a:rPr lang="en-US" sz="1800" dirty="0">
                <a:latin typeface="+mj-lt"/>
              </a:rPr>
              <a:t>&lt;=Score</a:t>
            </a:r>
            <a:endParaRPr lang="th-TH" sz="1800" dirty="0">
              <a:latin typeface="+mj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0EE63A-DC5E-8CC6-2726-0174E6331256}"/>
              </a:ext>
            </a:extLst>
          </p:cNvPr>
          <p:cNvSpPr txBox="1"/>
          <p:nvPr/>
        </p:nvSpPr>
        <p:spPr>
          <a:xfrm>
            <a:off x="6096000" y="3059668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50&lt; Score &lt;75</a:t>
            </a:r>
            <a:endParaRPr lang="th-TH" sz="18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88055A4-67BA-7D31-C465-1745D97402CE}"/>
              </a:ext>
            </a:extLst>
          </p:cNvPr>
          <p:cNvSpPr txBox="1"/>
          <p:nvPr/>
        </p:nvSpPr>
        <p:spPr>
          <a:xfrm>
            <a:off x="5955896" y="3864747"/>
            <a:ext cx="188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75 &lt;= Score &lt;= 80</a:t>
            </a:r>
            <a:endParaRPr lang="th-TH" sz="18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192988E-4BA2-DB29-0295-0C4B58929A7C}"/>
              </a:ext>
            </a:extLst>
          </p:cNvPr>
          <p:cNvSpPr txBox="1"/>
          <p:nvPr/>
        </p:nvSpPr>
        <p:spPr>
          <a:xfrm>
            <a:off x="6235615" y="4839970"/>
            <a:ext cx="134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Score &gt; 80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48B1A90-F262-D7B6-A1A7-E03DA1D05065}"/>
              </a:ext>
            </a:extLst>
          </p:cNvPr>
          <p:cNvSpPr txBox="1"/>
          <p:nvPr/>
        </p:nvSpPr>
        <p:spPr>
          <a:xfrm>
            <a:off x="5436490" y="2622744"/>
            <a:ext cx="70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NO</a:t>
            </a:r>
            <a:endParaRPr lang="th-TH" sz="18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47DC425-AF69-3F05-9685-E6A86BF2C86C}"/>
              </a:ext>
            </a:extLst>
          </p:cNvPr>
          <p:cNvSpPr txBox="1"/>
          <p:nvPr/>
        </p:nvSpPr>
        <p:spPr>
          <a:xfrm>
            <a:off x="5424219" y="3583265"/>
            <a:ext cx="70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NO</a:t>
            </a:r>
            <a:endParaRPr lang="th-TH" sz="18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D725335-F5C8-3CD7-D0E9-FC794715C73D}"/>
              </a:ext>
            </a:extLst>
          </p:cNvPr>
          <p:cNvSpPr txBox="1"/>
          <p:nvPr/>
        </p:nvSpPr>
        <p:spPr>
          <a:xfrm>
            <a:off x="5436490" y="4485160"/>
            <a:ext cx="70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NO</a:t>
            </a:r>
            <a:endParaRPr lang="th-TH" sz="1800" dirty="0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642E3AE5-3A9B-8B68-F185-A24D05AC52CF}"/>
              </a:ext>
            </a:extLst>
          </p:cNvPr>
          <p:cNvSpPr/>
          <p:nvPr/>
        </p:nvSpPr>
        <p:spPr>
          <a:xfrm>
            <a:off x="5156047" y="3092338"/>
            <a:ext cx="645705" cy="50535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A092ABB0-8ADF-4F6B-916D-6DC4B1AB7252}"/>
              </a:ext>
            </a:extLst>
          </p:cNvPr>
          <p:cNvSpPr/>
          <p:nvPr/>
        </p:nvSpPr>
        <p:spPr>
          <a:xfrm>
            <a:off x="5191374" y="4886180"/>
            <a:ext cx="599603" cy="48718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756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77F435-D628-35B4-76C8-2252EB2B0151}"/>
              </a:ext>
            </a:extLst>
          </p:cNvPr>
          <p:cNvSpPr/>
          <p:nvPr/>
        </p:nvSpPr>
        <p:spPr>
          <a:xfrm>
            <a:off x="3019344" y="744522"/>
            <a:ext cx="1820654" cy="576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D3CBC0-64E4-E41F-C069-7FC0F1D00F6B}"/>
              </a:ext>
            </a:extLst>
          </p:cNvPr>
          <p:cNvSpPr/>
          <p:nvPr/>
        </p:nvSpPr>
        <p:spPr>
          <a:xfrm>
            <a:off x="1249709" y="1378579"/>
            <a:ext cx="1678898" cy="5764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รหัสนักศึกษา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112B26-BD21-9AAF-423C-4C1E1EA10C4C}"/>
              </a:ext>
            </a:extLst>
          </p:cNvPr>
          <p:cNvSpPr/>
          <p:nvPr/>
        </p:nvSpPr>
        <p:spPr>
          <a:xfrm>
            <a:off x="1001068" y="264557"/>
            <a:ext cx="1678898" cy="4525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BEA8FB0-A466-8443-99BA-155C014A4C10}"/>
              </a:ext>
            </a:extLst>
          </p:cNvPr>
          <p:cNvSpPr/>
          <p:nvPr/>
        </p:nvSpPr>
        <p:spPr>
          <a:xfrm>
            <a:off x="4368452" y="94246"/>
            <a:ext cx="1678898" cy="5232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สาขา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9699C9-9306-943A-591E-00F4615F41D7}"/>
              </a:ext>
            </a:extLst>
          </p:cNvPr>
          <p:cNvSpPr/>
          <p:nvPr/>
        </p:nvSpPr>
        <p:spPr>
          <a:xfrm>
            <a:off x="4368452" y="1609505"/>
            <a:ext cx="1558977" cy="5764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คณะ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E3FB19-18E3-EBDB-8D02-240770D4CD60}"/>
              </a:ext>
            </a:extLst>
          </p:cNvPr>
          <p:cNvCxnSpPr/>
          <p:nvPr/>
        </p:nvCxnSpPr>
        <p:spPr>
          <a:xfrm flipH="1">
            <a:off x="2802634" y="1262045"/>
            <a:ext cx="224854" cy="263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2AAA76-3BE7-12CC-4921-68F58B173FF6}"/>
              </a:ext>
            </a:extLst>
          </p:cNvPr>
          <p:cNvCxnSpPr/>
          <p:nvPr/>
        </p:nvCxnSpPr>
        <p:spPr>
          <a:xfrm flipH="1" flipV="1">
            <a:off x="2612323" y="622810"/>
            <a:ext cx="415165" cy="15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FBBC6D-6579-F09E-82DB-690E8CD9BBB5}"/>
              </a:ext>
            </a:extLst>
          </p:cNvPr>
          <p:cNvCxnSpPr>
            <a:cxnSpLocks/>
          </p:cNvCxnSpPr>
          <p:nvPr/>
        </p:nvCxnSpPr>
        <p:spPr>
          <a:xfrm flipH="1">
            <a:off x="4431875" y="445611"/>
            <a:ext cx="438781" cy="571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6377D2-C838-6514-FF8B-35FFD4E5A2ED}"/>
              </a:ext>
            </a:extLst>
          </p:cNvPr>
          <p:cNvCxnSpPr>
            <a:cxnSpLocks/>
          </p:cNvCxnSpPr>
          <p:nvPr/>
        </p:nvCxnSpPr>
        <p:spPr>
          <a:xfrm>
            <a:off x="4642349" y="1307547"/>
            <a:ext cx="228307" cy="301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5DDC4DF-094A-D1DF-B851-ECC679ABFD16}"/>
              </a:ext>
            </a:extLst>
          </p:cNvPr>
          <p:cNvSpPr/>
          <p:nvPr/>
        </p:nvSpPr>
        <p:spPr>
          <a:xfrm>
            <a:off x="2923141" y="3884764"/>
            <a:ext cx="1833361" cy="629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C66A00-C609-9584-869E-8B6E563315E9}"/>
              </a:ext>
            </a:extLst>
          </p:cNvPr>
          <p:cNvSpPr/>
          <p:nvPr/>
        </p:nvSpPr>
        <p:spPr>
          <a:xfrm>
            <a:off x="680993" y="3846134"/>
            <a:ext cx="1535199" cy="629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/>
              <a:t>ชื่อรายวิชา</a:t>
            </a:r>
            <a:r>
              <a:rPr lang="en-US" sz="2000" dirty="0"/>
              <a:t>E</a:t>
            </a:r>
            <a:endParaRPr lang="th-TH" sz="2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D42ED2-DE27-A0C8-18B3-3EE89B7CE656}"/>
              </a:ext>
            </a:extLst>
          </p:cNvPr>
          <p:cNvSpPr/>
          <p:nvPr/>
        </p:nvSpPr>
        <p:spPr>
          <a:xfrm>
            <a:off x="1202982" y="5069140"/>
            <a:ext cx="2026420" cy="5764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รหัสรายวิชา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1FA7626-B5D3-07DC-6CDC-7C3D61DFED17}"/>
              </a:ext>
            </a:extLst>
          </p:cNvPr>
          <p:cNvSpPr/>
          <p:nvPr/>
        </p:nvSpPr>
        <p:spPr>
          <a:xfrm>
            <a:off x="3788324" y="4968957"/>
            <a:ext cx="1558977" cy="629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/>
              <a:t>ชื่อรายวิชา</a:t>
            </a:r>
            <a:r>
              <a:rPr lang="en-US" sz="2000" dirty="0"/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F428E7-AAE2-93C2-0E56-8FECDAB4BD29}"/>
              </a:ext>
            </a:extLst>
          </p:cNvPr>
          <p:cNvSpPr/>
          <p:nvPr/>
        </p:nvSpPr>
        <p:spPr>
          <a:xfrm>
            <a:off x="8158561" y="3868510"/>
            <a:ext cx="1833361" cy="629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อาจารย์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CDABFA-2262-F8C4-2107-E65CFEEE4FEB}"/>
              </a:ext>
            </a:extLst>
          </p:cNvPr>
          <p:cNvSpPr/>
          <p:nvPr/>
        </p:nvSpPr>
        <p:spPr>
          <a:xfrm>
            <a:off x="6181339" y="3912074"/>
            <a:ext cx="1456691" cy="497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รหัสอาจารย์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6EDEF0D-268F-497E-F9A7-A7DA77269D2D}"/>
              </a:ext>
            </a:extLst>
          </p:cNvPr>
          <p:cNvSpPr/>
          <p:nvPr/>
        </p:nvSpPr>
        <p:spPr>
          <a:xfrm>
            <a:off x="6798582" y="4968957"/>
            <a:ext cx="2026420" cy="5764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EBB169F-E6D6-87DA-5241-E3E5A76AB4B5}"/>
              </a:ext>
            </a:extLst>
          </p:cNvPr>
          <p:cNvSpPr/>
          <p:nvPr/>
        </p:nvSpPr>
        <p:spPr>
          <a:xfrm>
            <a:off x="9212433" y="5859277"/>
            <a:ext cx="1558977" cy="629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รหัสวิชา</a:t>
            </a:r>
            <a:endParaRPr lang="en-US" sz="2000" u="sng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514936-88FD-6DFB-F948-8A29F9C631F5}"/>
              </a:ext>
            </a:extLst>
          </p:cNvPr>
          <p:cNvCxnSpPr>
            <a:cxnSpLocks/>
          </p:cNvCxnSpPr>
          <p:nvPr/>
        </p:nvCxnSpPr>
        <p:spPr>
          <a:xfrm flipH="1">
            <a:off x="2232204" y="4040928"/>
            <a:ext cx="690937" cy="50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787EFB-9D17-9378-E0E8-8FF050D4F155}"/>
              </a:ext>
            </a:extLst>
          </p:cNvPr>
          <p:cNvCxnSpPr>
            <a:cxnSpLocks/>
          </p:cNvCxnSpPr>
          <p:nvPr/>
        </p:nvCxnSpPr>
        <p:spPr>
          <a:xfrm flipV="1">
            <a:off x="2679966" y="4409779"/>
            <a:ext cx="549436" cy="659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002423E-3C3D-01E0-DE0F-080F4767176D}"/>
              </a:ext>
            </a:extLst>
          </p:cNvPr>
          <p:cNvCxnSpPr>
            <a:cxnSpLocks/>
          </p:cNvCxnSpPr>
          <p:nvPr/>
        </p:nvCxnSpPr>
        <p:spPr>
          <a:xfrm flipV="1">
            <a:off x="4368452" y="4514351"/>
            <a:ext cx="0" cy="454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DFF64-D0A0-AD43-E5B4-255271FD47C2}"/>
              </a:ext>
            </a:extLst>
          </p:cNvPr>
          <p:cNvSpPr/>
          <p:nvPr/>
        </p:nvSpPr>
        <p:spPr>
          <a:xfrm>
            <a:off x="8051673" y="1211446"/>
            <a:ext cx="2047135" cy="49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การลงทะเบียน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D0BFB6-E518-6800-7D18-389D2239391B}"/>
              </a:ext>
            </a:extLst>
          </p:cNvPr>
          <p:cNvSpPr/>
          <p:nvPr/>
        </p:nvSpPr>
        <p:spPr>
          <a:xfrm>
            <a:off x="6819155" y="202644"/>
            <a:ext cx="1833362" cy="5764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รหัสนักศึกษา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617998-F102-C3CF-B328-F689F349C1C6}"/>
              </a:ext>
            </a:extLst>
          </p:cNvPr>
          <p:cNvSpPr/>
          <p:nvPr/>
        </p:nvSpPr>
        <p:spPr>
          <a:xfrm>
            <a:off x="9660373" y="264556"/>
            <a:ext cx="1833362" cy="667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รหัสอาจารย์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92C3E3-406B-ECE1-4D68-F355C882E4CE}"/>
              </a:ext>
            </a:extLst>
          </p:cNvPr>
          <p:cNvSpPr/>
          <p:nvPr/>
        </p:nvSpPr>
        <p:spPr>
          <a:xfrm>
            <a:off x="6181339" y="1870771"/>
            <a:ext cx="2026420" cy="4941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u="sng" dirty="0"/>
              <a:t>รหัสรายวิชา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3994CC-B3EE-0C72-422B-7855FA16D985}"/>
              </a:ext>
            </a:extLst>
          </p:cNvPr>
          <p:cNvSpPr/>
          <p:nvPr/>
        </p:nvSpPr>
        <p:spPr>
          <a:xfrm>
            <a:off x="9054059" y="2080314"/>
            <a:ext cx="2575662" cy="534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/>
              <a:t>รหัสการลงทะเบียน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9D51E52-A140-6D9F-717B-DEB500902CDA}"/>
              </a:ext>
            </a:extLst>
          </p:cNvPr>
          <p:cNvCxnSpPr>
            <a:cxnSpLocks/>
            <a:stCxn id="16" idx="1"/>
            <a:endCxn id="19" idx="0"/>
          </p:cNvCxnSpPr>
          <p:nvPr/>
        </p:nvCxnSpPr>
        <p:spPr>
          <a:xfrm rot="10800000" flipV="1">
            <a:off x="7194549" y="1458525"/>
            <a:ext cx="857124" cy="4122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A2B0D34-8EFC-F627-F591-5E7E9994B2C6}"/>
              </a:ext>
            </a:extLst>
          </p:cNvPr>
          <p:cNvCxnSpPr>
            <a:stCxn id="16" idx="0"/>
            <a:endCxn id="17" idx="4"/>
          </p:cNvCxnSpPr>
          <p:nvPr/>
        </p:nvCxnSpPr>
        <p:spPr>
          <a:xfrm rot="16200000" flipV="1">
            <a:off x="8189340" y="325544"/>
            <a:ext cx="432398" cy="1339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C7A2802-E7B3-2FDA-FA13-1A2E2D3D9505}"/>
              </a:ext>
            </a:extLst>
          </p:cNvPr>
          <p:cNvCxnSpPr>
            <a:stCxn id="16" idx="3"/>
          </p:cNvCxnSpPr>
          <p:nvPr/>
        </p:nvCxnSpPr>
        <p:spPr>
          <a:xfrm>
            <a:off x="10098808" y="1458526"/>
            <a:ext cx="604169" cy="6217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DF4CDC6-04F4-DC99-0A13-675F1D176529}"/>
              </a:ext>
            </a:extLst>
          </p:cNvPr>
          <p:cNvCxnSpPr>
            <a:cxnSpLocks/>
            <a:endCxn id="18" idx="4"/>
          </p:cNvCxnSpPr>
          <p:nvPr/>
        </p:nvCxnSpPr>
        <p:spPr>
          <a:xfrm flipV="1">
            <a:off x="9660373" y="931857"/>
            <a:ext cx="916681" cy="3827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8E2B471-FE93-1F66-AEBE-3A73B63A70A2}"/>
              </a:ext>
            </a:extLst>
          </p:cNvPr>
          <p:cNvCxnSpPr>
            <a:stCxn id="29" idx="2"/>
            <a:endCxn id="35" idx="2"/>
          </p:cNvCxnSpPr>
          <p:nvPr/>
        </p:nvCxnSpPr>
        <p:spPr>
          <a:xfrm rot="16200000" flipH="1">
            <a:off x="8305850" y="5267488"/>
            <a:ext cx="1675974" cy="1371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AA1C7EB-6131-9840-7DFE-038EE8A182C9}"/>
              </a:ext>
            </a:extLst>
          </p:cNvPr>
          <p:cNvCxnSpPr/>
          <p:nvPr/>
        </p:nvCxnSpPr>
        <p:spPr>
          <a:xfrm rot="5400000">
            <a:off x="8001303" y="4564721"/>
            <a:ext cx="454606" cy="353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12C23-9B17-81DB-F15F-A6C41667E935}"/>
              </a:ext>
            </a:extLst>
          </p:cNvPr>
          <p:cNvCxnSpPr>
            <a:stCxn id="29" idx="1"/>
            <a:endCxn id="31" idx="6"/>
          </p:cNvCxnSpPr>
          <p:nvPr/>
        </p:nvCxnSpPr>
        <p:spPr>
          <a:xfrm flipH="1" flipV="1">
            <a:off x="7638030" y="4160927"/>
            <a:ext cx="520531" cy="2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mond 14">
            <a:extLst>
              <a:ext uri="{FF2B5EF4-FFF2-40B4-BE49-F238E27FC236}">
                <a16:creationId xmlns:a16="http://schemas.microsoft.com/office/drawing/2014/main" id="{3777DA39-1CDE-267C-199C-91802A2712CE}"/>
              </a:ext>
            </a:extLst>
          </p:cNvPr>
          <p:cNvSpPr/>
          <p:nvPr/>
        </p:nvSpPr>
        <p:spPr>
          <a:xfrm>
            <a:off x="8652517" y="2803161"/>
            <a:ext cx="401542" cy="3710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5B28E4-71EC-CE01-8C4C-FDF2EB860FEB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8825002" y="1705605"/>
            <a:ext cx="28286" cy="1097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015F26-13C7-BD87-6658-75F0400DD938}"/>
              </a:ext>
            </a:extLst>
          </p:cNvPr>
          <p:cNvCxnSpPr>
            <a:stCxn id="15" idx="2"/>
          </p:cNvCxnSpPr>
          <p:nvPr/>
        </p:nvCxnSpPr>
        <p:spPr>
          <a:xfrm>
            <a:off x="8853288" y="3174192"/>
            <a:ext cx="0" cy="737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Diamond 43">
            <a:extLst>
              <a:ext uri="{FF2B5EF4-FFF2-40B4-BE49-F238E27FC236}">
                <a16:creationId xmlns:a16="http://schemas.microsoft.com/office/drawing/2014/main" id="{C72E4053-17CE-42DF-93BC-232DB7EF1488}"/>
              </a:ext>
            </a:extLst>
          </p:cNvPr>
          <p:cNvSpPr/>
          <p:nvPr/>
        </p:nvSpPr>
        <p:spPr>
          <a:xfrm>
            <a:off x="6135318" y="1068884"/>
            <a:ext cx="410568" cy="33018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043B0DE-E0C1-C307-A17A-0475A48D552C}"/>
              </a:ext>
            </a:extLst>
          </p:cNvPr>
          <p:cNvCxnSpPr>
            <a:stCxn id="44" idx="0"/>
            <a:endCxn id="44" idx="2"/>
          </p:cNvCxnSpPr>
          <p:nvPr/>
        </p:nvCxnSpPr>
        <p:spPr>
          <a:xfrm>
            <a:off x="6340602" y="1068884"/>
            <a:ext cx="0" cy="330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1F2EAE62-94E1-E939-3F02-09B9BD98A186}"/>
              </a:ext>
            </a:extLst>
          </p:cNvPr>
          <p:cNvCxnSpPr>
            <a:endCxn id="44" idx="3"/>
          </p:cNvCxnSpPr>
          <p:nvPr/>
        </p:nvCxnSpPr>
        <p:spPr>
          <a:xfrm rot="10800000">
            <a:off x="6545887" y="1233978"/>
            <a:ext cx="1505787" cy="8067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E8BE73D-7A65-E0B3-2355-920DC90B8C7E}"/>
              </a:ext>
            </a:extLst>
          </p:cNvPr>
          <p:cNvCxnSpPr>
            <a:stCxn id="44" idx="1"/>
            <a:endCxn id="2" idx="3"/>
          </p:cNvCxnSpPr>
          <p:nvPr/>
        </p:nvCxnSpPr>
        <p:spPr>
          <a:xfrm rot="10800000">
            <a:off x="4839998" y="1032724"/>
            <a:ext cx="1295320" cy="2012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Diamond 69">
            <a:extLst>
              <a:ext uri="{FF2B5EF4-FFF2-40B4-BE49-F238E27FC236}">
                <a16:creationId xmlns:a16="http://schemas.microsoft.com/office/drawing/2014/main" id="{D67708B9-4BB5-9158-05EE-EFF81B571C2B}"/>
              </a:ext>
            </a:extLst>
          </p:cNvPr>
          <p:cNvSpPr/>
          <p:nvPr/>
        </p:nvSpPr>
        <p:spPr>
          <a:xfrm>
            <a:off x="5694460" y="2330277"/>
            <a:ext cx="401540" cy="3710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BD517DC-1B5D-B656-1CCD-87FB7BD69EE4}"/>
              </a:ext>
            </a:extLst>
          </p:cNvPr>
          <p:cNvCxnSpPr>
            <a:cxnSpLocks/>
          </p:cNvCxnSpPr>
          <p:nvPr/>
        </p:nvCxnSpPr>
        <p:spPr>
          <a:xfrm flipH="1" flipV="1">
            <a:off x="6080016" y="2498997"/>
            <a:ext cx="276331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8570D752-AD8E-C41C-DD1B-342FDB6596AC}"/>
              </a:ext>
            </a:extLst>
          </p:cNvPr>
          <p:cNvCxnSpPr>
            <a:stCxn id="70" idx="1"/>
            <a:endCxn id="11" idx="0"/>
          </p:cNvCxnSpPr>
          <p:nvPr/>
        </p:nvCxnSpPr>
        <p:spPr>
          <a:xfrm rot="10800000" flipV="1">
            <a:off x="3839822" y="2515792"/>
            <a:ext cx="1854638" cy="136897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F96C4A1-8324-EE9C-4649-78ACEC8655FF}"/>
              </a:ext>
            </a:extLst>
          </p:cNvPr>
          <p:cNvSpPr txBox="1"/>
          <p:nvPr/>
        </p:nvSpPr>
        <p:spPr>
          <a:xfrm>
            <a:off x="5662030" y="1002432"/>
            <a:ext cx="326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</a:t>
            </a:r>
            <a:endParaRPr lang="th-TH" sz="1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0488D9-EA6D-8D5A-9DA2-DD84FFAC11D1}"/>
              </a:ext>
            </a:extLst>
          </p:cNvPr>
          <p:cNvSpPr txBox="1"/>
          <p:nvPr/>
        </p:nvSpPr>
        <p:spPr>
          <a:xfrm>
            <a:off x="4159799" y="229527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M</a:t>
            </a:r>
            <a:endParaRPr lang="th-TH" sz="18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E012B5-2494-C905-51E2-8D12C11E1D8B}"/>
              </a:ext>
            </a:extLst>
          </p:cNvPr>
          <p:cNvSpPr txBox="1"/>
          <p:nvPr/>
        </p:nvSpPr>
        <p:spPr>
          <a:xfrm>
            <a:off x="8619928" y="251664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10B43AC-1C6F-DDBB-75F2-8407397963B3}"/>
              </a:ext>
            </a:extLst>
          </p:cNvPr>
          <p:cNvSpPr txBox="1"/>
          <p:nvPr/>
        </p:nvSpPr>
        <p:spPr>
          <a:xfrm>
            <a:off x="7494225" y="108063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</a:t>
            </a:r>
            <a:endParaRPr lang="th-TH" sz="16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F3DDE5-1955-7CAE-697A-706166480A21}"/>
              </a:ext>
            </a:extLst>
          </p:cNvPr>
          <p:cNvSpPr/>
          <p:nvPr/>
        </p:nvSpPr>
        <p:spPr>
          <a:xfrm>
            <a:off x="10464836" y="3477188"/>
            <a:ext cx="1558972" cy="534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T</a:t>
            </a:r>
            <a:endParaRPr lang="th-TH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D1D6B1-1F55-989E-0670-8FA4EE915361}"/>
              </a:ext>
            </a:extLst>
          </p:cNvPr>
          <p:cNvSpPr/>
          <p:nvPr/>
        </p:nvSpPr>
        <p:spPr>
          <a:xfrm>
            <a:off x="10400892" y="4677699"/>
            <a:ext cx="1558972" cy="534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E</a:t>
            </a:r>
            <a:endParaRPr lang="th-TH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3D47A3-E8ED-ACDE-A1A5-9FB039499FC8}"/>
              </a:ext>
            </a:extLst>
          </p:cNvPr>
          <p:cNvCxnSpPr>
            <a:endCxn id="30" idx="2"/>
          </p:cNvCxnSpPr>
          <p:nvPr/>
        </p:nvCxnSpPr>
        <p:spPr>
          <a:xfrm>
            <a:off x="9878518" y="4514351"/>
            <a:ext cx="522374" cy="430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83636D-A8A6-0E1D-0BAC-A2C185FB051B}"/>
              </a:ext>
            </a:extLst>
          </p:cNvPr>
          <p:cNvCxnSpPr>
            <a:stCxn id="29" idx="3"/>
            <a:endCxn id="26" idx="2"/>
          </p:cNvCxnSpPr>
          <p:nvPr/>
        </p:nvCxnSpPr>
        <p:spPr>
          <a:xfrm flipV="1">
            <a:off x="9991922" y="3744538"/>
            <a:ext cx="472914" cy="43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65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108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Angsana New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Nisainun Ayohsae</dc:creator>
  <cp:lastModifiedBy>Nisainun Ayohsae</cp:lastModifiedBy>
  <cp:revision>7</cp:revision>
  <dcterms:created xsi:type="dcterms:W3CDTF">2026-09-29T05:16:41Z</dcterms:created>
  <dcterms:modified xsi:type="dcterms:W3CDTF">2026-10-22T09:43:54Z</dcterms:modified>
</cp:coreProperties>
</file>